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4"/>
    <p:restoredTop sz="94626"/>
  </p:normalViewPr>
  <p:slideViewPr>
    <p:cSldViewPr snapToGrid="0">
      <p:cViewPr varScale="1">
        <p:scale>
          <a:sx n="121" d="100"/>
          <a:sy n="121" d="100"/>
        </p:scale>
        <p:origin x="2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A173-C20C-654E-BBD4-01566C4CADA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03839-C895-7747-B256-8B7CA1FCE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19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03839-C895-7747-B256-8B7CA1FCEF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69BE-C090-CF84-5EF2-6BBCA323D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7B29D-A09E-8125-A49E-59B535B59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E438C-BDCA-A3E9-FC58-5256DF25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1D2F4-778C-693B-AF8D-A81A96687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B4EDF-D408-83FC-C256-C3017CE5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09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C9652-3261-0AD5-2C26-2A0D3A67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26F66-06D6-A331-E2AF-B3E9A342A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0BA7A-1B6B-1997-C4DD-5A536578D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E262D-F956-C777-47B8-B9A5A541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F091F-35E8-7DE0-8823-A93DD0DB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5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28F8-7D65-5FE4-E08B-73B18BB5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4780B-2996-EEF0-D99D-8224BCC7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AA2D2-1419-4D75-C055-19C56C85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D9AC9-B186-7B20-8D00-80D821456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3C4D1-408D-A4B1-D205-6EF5F938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6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EEED8-CBD8-083A-4B10-CA777910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1EFE6-F389-695E-64E1-5C750B29F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14F65-66D6-A580-A87F-764B21682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FB447-A6CC-1BDF-2C17-6E09D8A0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44F5D-9F47-30D9-CF5E-1FEC5E83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6A19A-EC6C-8C27-4DFB-D65AD04E3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41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CC8C-0504-D02A-A3C1-2B88D130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D6B5A-5485-DF4B-47C1-C422C1296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97FB4-1A5E-408B-8190-84F329FCC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112E0-2349-F811-4219-23BCD0AAC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B561B-0F3E-D45D-9A5F-CA96168A1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213BF5-E1EE-8B70-7852-2A76E892D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0DFED-D6F2-A312-FBBE-7BCF2730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4981CD-D979-C1F4-A892-57E3A4DB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4FA3F-3181-2376-FA5A-7177BC1F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12CE1A-1977-DFDF-AF02-7AF70DED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C334F-7E2E-7690-24C6-35DAEAC4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A6F5D-8634-C912-7E29-C5E702A6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7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B3E6CA-DF64-9E8D-C6A9-E39912515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22DCD-72DC-8AB4-EF43-20E23A8B3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55F34-DAAF-6455-6D4E-AB1532C0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3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5FA6-4518-8C98-EEDE-4FA77BA5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CC2C3-349C-A8A9-D908-2E59E1931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F96CC-19BE-F38D-9DF9-737EFD2FE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0B764-CA69-59C6-FDCA-A6DA3481F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52F9D-CAD2-9591-B488-8083DA5F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F6874-AA3A-1133-86C3-961C0911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4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A67ED-BB71-9C94-2D79-B6858642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C2623B-B8C9-C6BE-1446-DACFE2C885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4CE6F-F06D-C5D6-E260-99CEF0D47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38D16-6DC9-BEC6-0389-A92C050A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BECF7-5730-9EB9-4CCB-050275FD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D894F-F8B0-868A-43C1-F0FAC62A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1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E166-1FB2-189D-7891-A03E27EC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A819D-5A74-269E-FB87-34305B7C5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450C8-7200-2711-6853-9E9635E7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FCE3E-0668-ADAD-A7D7-DCC5C4FBF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2F37B-F3F9-416F-02F0-C08DF212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56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177B3-3E48-E4E3-EFBC-C9440B425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A7687-EDEF-1077-CBEA-9628AC90B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F408F-D250-1E79-E0D1-09FF357B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151CC-35AC-14DD-CF57-A2E68DA3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E994-F70E-40AB-249E-D33D0F4C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1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60698-A82A-C3A5-F2BE-94313579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38896-46BB-4737-94DA-4AC50BFA0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70715-EDEC-FF9A-6AFB-5191DC8FC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636A6-3787-D54C-97B5-792BCE062A68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7D407-EE3A-2F66-553D-073E18540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1DC65-98CF-DAD6-DEEC-BC17F8B75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E7284-F6C6-7144-9B54-C15AE2C99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5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5501-0DC7-C792-480C-2C23A37801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Abstract Algebra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C797A-40B5-9F31-0EA3-4A9FBD606F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Figures and Tables</a:t>
            </a:r>
          </a:p>
        </p:txBody>
      </p:sp>
    </p:spTree>
    <p:extLst>
      <p:ext uri="{BB962C8B-B14F-4D97-AF65-F5344CB8AC3E}">
        <p14:creationId xmlns:p14="http://schemas.microsoft.com/office/powerpoint/2010/main" val="450547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0F2B-B364-7B40-9FB5-B2CB4C09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433" y="448253"/>
            <a:ext cx="2214838" cy="1388104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Hierarchy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BCE43CF-4BB5-BE6A-C7BA-403456F59ADA}"/>
              </a:ext>
            </a:extLst>
          </p:cNvPr>
          <p:cNvGrpSpPr/>
          <p:nvPr/>
        </p:nvGrpSpPr>
        <p:grpSpPr>
          <a:xfrm>
            <a:off x="3180165" y="1001728"/>
            <a:ext cx="7190166" cy="5102693"/>
            <a:chOff x="3779254" y="654886"/>
            <a:chExt cx="7190166" cy="510269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CB3E6F-FF6D-BC4E-627B-C3B8BF4D15CD}"/>
                </a:ext>
              </a:extLst>
            </p:cNvPr>
            <p:cNvSpPr txBox="1"/>
            <p:nvPr/>
          </p:nvSpPr>
          <p:spPr>
            <a:xfrm>
              <a:off x="4731547" y="1644180"/>
              <a:ext cx="92365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Magma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259EFC-4056-5411-4EF5-968B74C115D8}"/>
                </a:ext>
              </a:extLst>
            </p:cNvPr>
            <p:cNvSpPr txBox="1"/>
            <p:nvPr/>
          </p:nvSpPr>
          <p:spPr>
            <a:xfrm>
              <a:off x="3847456" y="2593667"/>
              <a:ext cx="134209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Quasigroup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CEBCC6A-179A-8123-BF1D-9819A4A92C22}"/>
                </a:ext>
              </a:extLst>
            </p:cNvPr>
            <p:cNvSpPr txBox="1"/>
            <p:nvPr/>
          </p:nvSpPr>
          <p:spPr>
            <a:xfrm>
              <a:off x="4178415" y="3384645"/>
              <a:ext cx="683777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Loop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C65B7E7-E062-12FE-A2F4-A855A9337C95}"/>
                </a:ext>
              </a:extLst>
            </p:cNvPr>
            <p:cNvSpPr txBox="1"/>
            <p:nvPr/>
          </p:nvSpPr>
          <p:spPr>
            <a:xfrm>
              <a:off x="5328020" y="2593667"/>
              <a:ext cx="125874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Semigroup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91AEFA-5C47-C68C-7ECA-2ACC9499EB57}"/>
                </a:ext>
              </a:extLst>
            </p:cNvPr>
            <p:cNvSpPr txBox="1"/>
            <p:nvPr/>
          </p:nvSpPr>
          <p:spPr>
            <a:xfrm>
              <a:off x="5491561" y="3384645"/>
              <a:ext cx="93166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Monoid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31DAA16-F6C2-E2BE-7B09-22EFF3D938BE}"/>
                </a:ext>
              </a:extLst>
            </p:cNvPr>
            <p:cNvSpPr txBox="1"/>
            <p:nvPr/>
          </p:nvSpPr>
          <p:spPr>
            <a:xfrm>
              <a:off x="5554045" y="4175623"/>
              <a:ext cx="80669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Group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8B4685-A99D-5EB4-3B54-0544F7F37761}"/>
                </a:ext>
              </a:extLst>
            </p:cNvPr>
            <p:cNvSpPr txBox="1"/>
            <p:nvPr/>
          </p:nvSpPr>
          <p:spPr>
            <a:xfrm>
              <a:off x="5648654" y="4781935"/>
              <a:ext cx="617477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Ring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8398D69-96EF-3CDD-37CA-D04733891D7A}"/>
                </a:ext>
              </a:extLst>
            </p:cNvPr>
            <p:cNvSpPr txBox="1"/>
            <p:nvPr/>
          </p:nvSpPr>
          <p:spPr>
            <a:xfrm>
              <a:off x="5623134" y="5388247"/>
              <a:ext cx="66851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Field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7EDEC3-C8B4-DDFE-66D8-C217A4A65813}"/>
                </a:ext>
              </a:extLst>
            </p:cNvPr>
            <p:cNvSpPr txBox="1"/>
            <p:nvPr/>
          </p:nvSpPr>
          <p:spPr>
            <a:xfrm>
              <a:off x="7486487" y="5203581"/>
              <a:ext cx="1457707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VectorSpace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940B4E-7487-C9AF-63D4-6ECAE4D08D51}"/>
                </a:ext>
              </a:extLst>
            </p:cNvPr>
            <p:cNvSpPr txBox="1"/>
            <p:nvPr/>
          </p:nvSpPr>
          <p:spPr>
            <a:xfrm>
              <a:off x="7748707" y="4412603"/>
              <a:ext cx="93326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Module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36C84C1-B936-3CD9-C4C7-32AE98B503FE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 flipH="1">
              <a:off x="4518506" y="2013512"/>
              <a:ext cx="674867" cy="5801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37F10B1-A918-6EA5-537A-A42D84DA110C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>
              <a:off x="5193373" y="2013512"/>
              <a:ext cx="764019" cy="5801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A601927-E942-9A76-95A0-602E3C979347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4518506" y="2962999"/>
              <a:ext cx="1798" cy="4216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F48B7B4-7012-1658-DA5D-0E7C960F8227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5957392" y="2962999"/>
              <a:ext cx="2" cy="4216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0F7E948-D73A-9E48-A473-25027EB4CD58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 flipH="1">
              <a:off x="5957393" y="3753977"/>
              <a:ext cx="1" cy="4216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998AF41-4797-0FE8-A46B-E800CD91EA3B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>
              <a:off x="5957393" y="4544955"/>
              <a:ext cx="0" cy="2369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DBC1D45-9EBD-818A-03A9-259B0C475CD4}"/>
                </a:ext>
              </a:extLst>
            </p:cNvPr>
            <p:cNvCxnSpPr>
              <a:stCxn id="10" idx="2"/>
              <a:endCxn id="11" idx="0"/>
            </p:cNvCxnSpPr>
            <p:nvPr/>
          </p:nvCxnSpPr>
          <p:spPr>
            <a:xfrm flipH="1">
              <a:off x="5957392" y="5151267"/>
              <a:ext cx="1" cy="2369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3ED8F1A-9E81-D654-849D-9B198A0BB3FB}"/>
                </a:ext>
              </a:extLst>
            </p:cNvPr>
            <p:cNvSpPr txBox="1"/>
            <p:nvPr/>
          </p:nvSpPr>
          <p:spPr>
            <a:xfrm>
              <a:off x="9359684" y="5065081"/>
              <a:ext cx="1609736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Ndimensional</a:t>
              </a:r>
              <a:endParaRPr lang="en-US" dirty="0"/>
            </a:p>
            <a:p>
              <a:pPr algn="ctr"/>
              <a:r>
                <a:rPr lang="en-US" dirty="0" err="1"/>
                <a:t>VectorSpace</a:t>
              </a:r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A094043-AD46-F541-59E0-A321B7DF1BD4}"/>
                </a:ext>
              </a:extLst>
            </p:cNvPr>
            <p:cNvSpPr txBox="1"/>
            <p:nvPr/>
          </p:nvSpPr>
          <p:spPr>
            <a:xfrm>
              <a:off x="9359684" y="4274103"/>
              <a:ext cx="1609736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Ndimensional</a:t>
              </a:r>
              <a:endParaRPr lang="en-US" dirty="0"/>
            </a:p>
            <a:p>
              <a:pPr algn="ctr"/>
              <a:r>
                <a:rPr lang="en-US" dirty="0"/>
                <a:t>Module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BA71155-84A6-8C5B-24AD-EDD59340EE69}"/>
                </a:ext>
              </a:extLst>
            </p:cNvPr>
            <p:cNvSpPr txBox="1"/>
            <p:nvPr/>
          </p:nvSpPr>
          <p:spPr>
            <a:xfrm>
              <a:off x="5554045" y="2101224"/>
              <a:ext cx="11449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associativity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DCCDBBD-3F46-8164-93B4-B91F38E89FB7}"/>
                </a:ext>
              </a:extLst>
            </p:cNvPr>
            <p:cNvSpPr txBox="1"/>
            <p:nvPr/>
          </p:nvSpPr>
          <p:spPr>
            <a:xfrm>
              <a:off x="5947010" y="3012322"/>
              <a:ext cx="7586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identity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65344A0-D795-1F9A-9DC7-A6AED118EF96}"/>
                </a:ext>
              </a:extLst>
            </p:cNvPr>
            <p:cNvSpPr txBox="1"/>
            <p:nvPr/>
          </p:nvSpPr>
          <p:spPr>
            <a:xfrm>
              <a:off x="3779254" y="3012322"/>
              <a:ext cx="7586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identity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B21F4B4-E597-BDBE-C624-3E3E45EBDC09}"/>
                </a:ext>
              </a:extLst>
            </p:cNvPr>
            <p:cNvSpPr txBox="1"/>
            <p:nvPr/>
          </p:nvSpPr>
          <p:spPr>
            <a:xfrm>
              <a:off x="5969681" y="3805809"/>
              <a:ext cx="1027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invertibility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794E3A5-BCD0-7F8D-AE0B-AFA3DC9A2034}"/>
                </a:ext>
              </a:extLst>
            </p:cNvPr>
            <p:cNvSpPr txBox="1"/>
            <p:nvPr/>
          </p:nvSpPr>
          <p:spPr>
            <a:xfrm>
              <a:off x="3906512" y="2101224"/>
              <a:ext cx="9494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divisibility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53D799B-88FB-0EFA-3408-B6B212E7FC2B}"/>
                </a:ext>
              </a:extLst>
            </p:cNvPr>
            <p:cNvSpPr txBox="1"/>
            <p:nvPr/>
          </p:nvSpPr>
          <p:spPr>
            <a:xfrm>
              <a:off x="4737011" y="730878"/>
              <a:ext cx="935962" cy="64633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Finite</a:t>
              </a:r>
            </a:p>
            <a:p>
              <a:pPr algn="ctr"/>
              <a:r>
                <a:rPr lang="en-US" dirty="0"/>
                <a:t>Algebra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049567E-74E6-A974-558F-A057D3254596}"/>
                </a:ext>
              </a:extLst>
            </p:cNvPr>
            <p:cNvCxnSpPr>
              <a:cxnSpLocks/>
              <a:stCxn id="78" idx="2"/>
              <a:endCxn id="4" idx="0"/>
            </p:cNvCxnSpPr>
            <p:nvPr/>
          </p:nvCxnSpPr>
          <p:spPr>
            <a:xfrm flipH="1">
              <a:off x="5193373" y="1377209"/>
              <a:ext cx="11619" cy="2669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8048652-5C70-A340-B5AB-E1817B9391C7}"/>
                </a:ext>
              </a:extLst>
            </p:cNvPr>
            <p:cNvSpPr txBox="1"/>
            <p:nvPr/>
          </p:nvSpPr>
          <p:spPr>
            <a:xfrm>
              <a:off x="7571352" y="3212274"/>
              <a:ext cx="1287981" cy="92333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/>
            </a:lstStyle>
            <a:p>
              <a:r>
                <a:rPr lang="en-US" dirty="0"/>
                <a:t>Finite</a:t>
              </a:r>
            </a:p>
            <a:p>
              <a:r>
                <a:rPr lang="en-US" dirty="0"/>
                <a:t>Composite</a:t>
              </a:r>
            </a:p>
            <a:p>
              <a:r>
                <a:rPr lang="en-US" dirty="0"/>
                <a:t>Algebra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1C72590-3B0A-AB2B-A8C4-57CC9F9FBDE6}"/>
                </a:ext>
              </a:extLst>
            </p:cNvPr>
            <p:cNvCxnSpPr>
              <a:cxnSpLocks/>
              <a:stCxn id="83" idx="2"/>
              <a:endCxn id="13" idx="0"/>
            </p:cNvCxnSpPr>
            <p:nvPr/>
          </p:nvCxnSpPr>
          <p:spPr>
            <a:xfrm flipH="1">
              <a:off x="8215342" y="4135604"/>
              <a:ext cx="1" cy="2769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3A2F2FC-5290-8CED-D06A-C18281569569}"/>
                </a:ext>
              </a:extLst>
            </p:cNvPr>
            <p:cNvCxnSpPr>
              <a:cxnSpLocks/>
              <a:stCxn id="13" idx="2"/>
              <a:endCxn id="12" idx="0"/>
            </p:cNvCxnSpPr>
            <p:nvPr/>
          </p:nvCxnSpPr>
          <p:spPr>
            <a:xfrm flipH="1">
              <a:off x="8215341" y="4781935"/>
              <a:ext cx="1" cy="4216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EA490DB7-FE54-F64F-1BC4-8810A3DF3136}"/>
                </a:ext>
              </a:extLst>
            </p:cNvPr>
            <p:cNvCxnSpPr>
              <a:cxnSpLocks/>
              <a:stCxn id="13" idx="3"/>
              <a:endCxn id="60" idx="1"/>
            </p:cNvCxnSpPr>
            <p:nvPr/>
          </p:nvCxnSpPr>
          <p:spPr>
            <a:xfrm>
              <a:off x="8681976" y="4597269"/>
              <a:ext cx="6777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8AE88354-471D-461F-708B-29D8BC1B096C}"/>
                </a:ext>
              </a:extLst>
            </p:cNvPr>
            <p:cNvCxnSpPr>
              <a:cxnSpLocks/>
              <a:stCxn id="12" idx="3"/>
              <a:endCxn id="59" idx="1"/>
            </p:cNvCxnSpPr>
            <p:nvPr/>
          </p:nvCxnSpPr>
          <p:spPr>
            <a:xfrm>
              <a:off x="8944194" y="5388247"/>
              <a:ext cx="4154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A52E01C-6574-3C8B-5D73-E71AAB3F7994}"/>
                </a:ext>
              </a:extLst>
            </p:cNvPr>
            <p:cNvGrpSpPr/>
            <p:nvPr/>
          </p:nvGrpSpPr>
          <p:grpSpPr>
            <a:xfrm>
              <a:off x="8056685" y="654886"/>
              <a:ext cx="2190508" cy="2164541"/>
              <a:chOff x="893379" y="2543429"/>
              <a:chExt cx="2908693" cy="297924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09EBC9D-8CB2-CA4B-B718-C00A85D6C8A6}"/>
                  </a:ext>
                </a:extLst>
              </p:cNvPr>
              <p:cNvSpPr/>
              <p:nvPr/>
            </p:nvSpPr>
            <p:spPr>
              <a:xfrm>
                <a:off x="893379" y="2543429"/>
                <a:ext cx="2908693" cy="297924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6FED98C-57B1-8B24-F096-02862ECB555C}"/>
                  </a:ext>
                </a:extLst>
              </p:cNvPr>
              <p:cNvSpPr txBox="1"/>
              <p:nvPr/>
            </p:nvSpPr>
            <p:spPr>
              <a:xfrm>
                <a:off x="1427298" y="4195126"/>
                <a:ext cx="747553" cy="3812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Class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38A81D3-B823-7C4E-07DC-365005D9A061}"/>
                  </a:ext>
                </a:extLst>
              </p:cNvPr>
              <p:cNvSpPr txBox="1"/>
              <p:nvPr/>
            </p:nvSpPr>
            <p:spPr>
              <a:xfrm>
                <a:off x="1252570" y="4937544"/>
                <a:ext cx="1058324" cy="3812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Subclass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057314-8D05-66B4-8A16-5D00E82B908B}"/>
                  </a:ext>
                </a:extLst>
              </p:cNvPr>
              <p:cNvSpPr txBox="1"/>
              <p:nvPr/>
            </p:nvSpPr>
            <p:spPr>
              <a:xfrm>
                <a:off x="1187993" y="3175711"/>
                <a:ext cx="1230738" cy="6354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/>
              </a:lstStyle>
              <a:p>
                <a:r>
                  <a:rPr lang="en-US" sz="1200" dirty="0"/>
                  <a:t>Abstract</a:t>
                </a:r>
              </a:p>
              <a:p>
                <a:r>
                  <a:rPr lang="en-US" sz="1200" dirty="0"/>
                  <a:t>Base Class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D3A72B-6335-C1E7-B19A-E411C4AACD6C}"/>
                  </a:ext>
                </a:extLst>
              </p:cNvPr>
              <p:cNvSpPr txBox="1"/>
              <p:nvPr/>
            </p:nvSpPr>
            <p:spPr>
              <a:xfrm>
                <a:off x="2772622" y="4195126"/>
                <a:ext cx="747553" cy="3812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Class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481312-EB16-DE34-54F9-7BEF082E2F5D}"/>
                  </a:ext>
                </a:extLst>
              </p:cNvPr>
              <p:cNvSpPr txBox="1"/>
              <p:nvPr/>
            </p:nvSpPr>
            <p:spPr>
              <a:xfrm>
                <a:off x="1733567" y="2579834"/>
                <a:ext cx="1101746" cy="465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Legend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CADAA371-66E1-6B4C-275D-C412DC751565}"/>
                  </a:ext>
                </a:extLst>
              </p:cNvPr>
              <p:cNvCxnSpPr>
                <a:cxnSpLocks/>
                <a:stCxn id="24" idx="2"/>
                <a:endCxn id="20" idx="0"/>
              </p:cNvCxnSpPr>
              <p:nvPr/>
            </p:nvCxnSpPr>
            <p:spPr>
              <a:xfrm flipH="1">
                <a:off x="1801075" y="3811141"/>
                <a:ext cx="2288" cy="3839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451444B-9734-FB94-573F-1DA5409E3AB4}"/>
                  </a:ext>
                </a:extLst>
              </p:cNvPr>
              <p:cNvCxnSpPr>
                <a:cxnSpLocks/>
                <a:stCxn id="20" idx="2"/>
                <a:endCxn id="22" idx="0"/>
              </p:cNvCxnSpPr>
              <p:nvPr/>
            </p:nvCxnSpPr>
            <p:spPr>
              <a:xfrm flipH="1">
                <a:off x="1781732" y="4576384"/>
                <a:ext cx="19343" cy="3611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1696908-46F3-1A78-828C-CCA544740480}"/>
                  </a:ext>
                </a:extLst>
              </p:cNvPr>
              <p:cNvCxnSpPr>
                <a:cxnSpLocks/>
                <a:stCxn id="26" idx="1"/>
                <a:endCxn id="20" idx="3"/>
              </p:cNvCxnSpPr>
              <p:nvPr/>
            </p:nvCxnSpPr>
            <p:spPr>
              <a:xfrm flipH="1">
                <a:off x="2174851" y="4385756"/>
                <a:ext cx="597770" cy="0"/>
              </a:xfrm>
              <a:prstGeom prst="straightConnector1">
                <a:avLst/>
              </a:prstGeom>
              <a:ln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B3ED349-9394-4CC7-562A-7C4F45725D81}"/>
                </a:ext>
              </a:extLst>
            </p:cNvPr>
            <p:cNvSpPr txBox="1"/>
            <p:nvPr/>
          </p:nvSpPr>
          <p:spPr>
            <a:xfrm>
              <a:off x="8725694" y="1597921"/>
              <a:ext cx="12041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/>
                <a:t>flow of inheritance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DF383D3-3BF4-3566-3EB4-3A37C522A560}"/>
                </a:ext>
              </a:extLst>
            </p:cNvPr>
            <p:cNvSpPr txBox="1"/>
            <p:nvPr/>
          </p:nvSpPr>
          <p:spPr>
            <a:xfrm>
              <a:off x="9007254" y="1987884"/>
              <a:ext cx="48122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/>
                <a:t>has a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8F3EDD7-870E-445B-48F7-F7BCCCC879F1}"/>
                </a:ext>
              </a:extLst>
            </p:cNvPr>
            <p:cNvCxnSpPr>
              <a:cxnSpLocks/>
              <a:stCxn id="13" idx="1"/>
              <a:endCxn id="9" idx="3"/>
            </p:cNvCxnSpPr>
            <p:nvPr/>
          </p:nvCxnSpPr>
          <p:spPr>
            <a:xfrm flipH="1" flipV="1">
              <a:off x="6360741" y="4360289"/>
              <a:ext cx="1387966" cy="23698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420EE72-A158-2850-8405-A2F3E65E8EB7}"/>
                </a:ext>
              </a:extLst>
            </p:cNvPr>
            <p:cNvCxnSpPr>
              <a:cxnSpLocks/>
              <a:stCxn id="13" idx="1"/>
              <a:endCxn id="10" idx="3"/>
            </p:cNvCxnSpPr>
            <p:nvPr/>
          </p:nvCxnSpPr>
          <p:spPr>
            <a:xfrm flipH="1">
              <a:off x="6266131" y="4597269"/>
              <a:ext cx="1482576" cy="36933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EA8CE83-DDEC-E760-33A3-A2FA136175DB}"/>
                </a:ext>
              </a:extLst>
            </p:cNvPr>
            <p:cNvCxnSpPr>
              <a:cxnSpLocks/>
              <a:stCxn id="12" idx="1"/>
              <a:endCxn id="9" idx="3"/>
            </p:cNvCxnSpPr>
            <p:nvPr/>
          </p:nvCxnSpPr>
          <p:spPr>
            <a:xfrm flipH="1" flipV="1">
              <a:off x="6360741" y="4360289"/>
              <a:ext cx="1125746" cy="1027958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ABCC235-72CC-131F-39BE-846314AE6A0B}"/>
                </a:ext>
              </a:extLst>
            </p:cNvPr>
            <p:cNvCxnSpPr>
              <a:cxnSpLocks/>
              <a:stCxn id="12" idx="1"/>
              <a:endCxn id="11" idx="3"/>
            </p:cNvCxnSpPr>
            <p:nvPr/>
          </p:nvCxnSpPr>
          <p:spPr>
            <a:xfrm flipH="1">
              <a:off x="6291650" y="5388247"/>
              <a:ext cx="1194837" cy="18466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764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44</Words>
  <Application>Microsoft Macintosh PowerPoint</Application>
  <PresentationFormat>Widescreen</PresentationFormat>
  <Paragraphs>36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Abstract Algebra</vt:lpstr>
      <vt:lpstr>Class Hierarchy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Alfred Reich</dc:creator>
  <cp:lastModifiedBy>Alfred Reich</cp:lastModifiedBy>
  <cp:revision>3</cp:revision>
  <dcterms:created xsi:type="dcterms:W3CDTF">2026-02-14T04:34:38Z</dcterms:created>
  <dcterms:modified xsi:type="dcterms:W3CDTF">2026-02-14T19:46:33Z</dcterms:modified>
</cp:coreProperties>
</file>